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489" r:id="rId2"/>
    <p:sldId id="430" r:id="rId3"/>
    <p:sldId id="509" r:id="rId4"/>
    <p:sldId id="511" r:id="rId5"/>
    <p:sldId id="51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82"/>
    <p:restoredTop sz="92450"/>
  </p:normalViewPr>
  <p:slideViewPr>
    <p:cSldViewPr snapToGrid="0">
      <p:cViewPr varScale="1">
        <p:scale>
          <a:sx n="63" d="100"/>
          <a:sy n="63" d="100"/>
        </p:scale>
        <p:origin x="7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4025-9F1C-B54C-874D-6AE83D7874A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412AF-8B30-1C4A-9486-8B7EE1FDFB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E8CE-0F35-F541-BCBD-B6195E92A87C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A790-CB55-8445-A175-4B755B616B28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0DB7-12FD-E040-A571-9A2A9953F039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9A57-CF75-A84D-B555-C90632D140A8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32B89-5B15-7440-93D9-E782F3BE191D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6A7CC-2D97-2345-8DAD-4A37DF7413EF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40053-99FC-2C4C-AE81-1DDDD66DA84F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F9FEC-A4E3-6F42-99D7-60930184D62D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0929B-4D46-C442-8791-A547B3D6087C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9076C-0815-964C-A5EB-391D5811865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52A1-199D-114C-9638-8F4E0A0E3B4E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4E078F21-4140-5E40-B327-1420A46649A6}" type="datetime1">
              <a:rPr lang="en-US" noProof="0" smtClean="0"/>
              <a:t>10/28/2025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Proyecto Taller de Programación: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Grupo 2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Autofit/>
          </a:bodyPr>
          <a:lstStyle/>
          <a:p>
            <a:r>
              <a:rPr lang="es-PE" sz="20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Ronny Sulca</a:t>
            </a:r>
          </a:p>
          <a:p>
            <a:r>
              <a:rPr lang="en-US" sz="2000" dirty="0"/>
              <a:t>Martín Álvarez</a:t>
            </a:r>
          </a:p>
          <a:p>
            <a:r>
              <a:rPr lang="en-US" sz="2000" dirty="0"/>
              <a:t>Franco Godino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Fuente de información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866271-BB68-1526-2CE7-3384380E9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Base de datos: oferta inmuebles en distintos países de </a:t>
            </a:r>
            <a:r>
              <a:rPr lang="es-ES_tradnl" sz="2400" dirty="0" err="1">
                <a:latin typeface="Gill Sans Nova Light" panose="020B0302020104020203" pitchFamily="34" charset="0"/>
              </a:rPr>
              <a:t>America</a:t>
            </a:r>
            <a:r>
              <a:rPr lang="es-ES_tradnl" sz="2400" dirty="0">
                <a:latin typeface="Gill Sans Nova Light" panose="020B0302020104020203" pitchFamily="34" charset="0"/>
              </a:rPr>
              <a:t> Latina y el mundo.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Fuente: </a:t>
            </a:r>
            <a:r>
              <a:rPr lang="es-ES_tradnl" sz="2400" dirty="0" err="1">
                <a:latin typeface="Gill Sans Nova Light" panose="020B0302020104020203" pitchFamily="34" charset="0"/>
              </a:rPr>
              <a:t>Argenprop</a:t>
            </a:r>
            <a:r>
              <a:rPr lang="es-ES_tradnl" sz="2400" dirty="0">
                <a:latin typeface="Gill Sans Nova Light" panose="020B0302020104020203" pitchFamily="34" charset="0"/>
              </a:rPr>
              <a:t>, </a:t>
            </a:r>
            <a:r>
              <a:rPr lang="es-AR" sz="2400" dirty="0">
                <a:latin typeface="Gill Sans Nova Light" panose="020B0302020104020203" pitchFamily="34" charset="0"/>
              </a:rPr>
              <a:t>portal inmobiliario líder en Argentina que se especializa en la publicación y búsqueda de propiedades para la venta y alquiler.</a:t>
            </a:r>
            <a:endParaRPr lang="es-ES_tradnl" sz="2400" dirty="0">
              <a:latin typeface="Gill Sans Nova Light" panose="020B0302020104020203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Nivel: la base presenta a cada inmueble ofertado como una observación individual.  Luego se identifica el inmueble por ubicación nacional, provincial y municipal.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Periodicidad: Mensual. Cabe destacar que mes a mes se hacen actualiza la oferta y se detalla la fecha de publicación de cada inmueble.</a:t>
            </a:r>
          </a:p>
          <a:p>
            <a:pPr marL="0" indent="0">
              <a:lnSpc>
                <a:spcPct val="120000"/>
              </a:lnSpc>
              <a:buNone/>
            </a:pPr>
            <a:endParaRPr lang="es-ES_tradnl" sz="2400" dirty="0"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23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3F28-805E-D003-D4CC-C2D8CBB8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4796-6520-51B4-50C4-899F20D4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Estructura de base de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E5D27-69B1-8120-AEA3-23B2EDE8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BAC98-1603-F9AA-6641-05069982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Total de variables: 26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Entre las variables más importantes, destacan: país, provincia, localidad, barrio, tipo de propiedad, tipo de operación, latitud, longitud, nombre (moneda de operación), superficie total, cantidad de ambientes y antigüedad.</a:t>
            </a:r>
          </a:p>
          <a:p>
            <a:pPr marL="0" indent="0">
              <a:lnSpc>
                <a:spcPct val="120000"/>
              </a:lnSpc>
              <a:buNone/>
            </a:pPr>
            <a:endParaRPr lang="es-ES_tradnl" sz="2400" dirty="0">
              <a:latin typeface="Gill Sans Nova Light" panose="020B0302020104020203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s-ES_tradnl" sz="2400" dirty="0"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7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C5EC-672D-A853-834F-200C7E3F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536A-4657-27D7-0E7F-AD85B86E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Propuesta de análisis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99D9F-D431-BCB4-F7A5-A8F13FBD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534CE-444D-81AC-A5D2-6055B5D2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propone aplicar el método de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datos geoespaciales los cuales podemos obtener mediante las variables Longitud y Latitud.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Mediante este análisis se espera obtener la relación entre precios de los inmuebles y su ubicación así como su desagregado por las variables que tenemos en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3894861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FBB-F286-5D55-E707-067F3A96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07E46-A356-FE4E-3BD9-5AF9C9C8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Procesamiento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68FF3-3923-D05B-94E2-B8CFFCFA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5CB80-2569-DB6C-6C50-FF38A2007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primeros pasos para el procesamiento es identificar los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las variables latitud y longitud.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Adicionalmente, debemos revisar los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la variable de precio así como variables que representen características de los inmuebles.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primer control para la base es que la variable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PropiedadSuperficieTotal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debe ser siempre mayor que la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SuperficieCubierta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así como las variables relacionadas a la extensión del terreno.</a:t>
            </a:r>
          </a:p>
        </p:txBody>
      </p:sp>
    </p:spTree>
    <p:extLst>
      <p:ext uri="{BB962C8B-B14F-4D97-AF65-F5344CB8AC3E}">
        <p14:creationId xmlns:p14="http://schemas.microsoft.com/office/powerpoint/2010/main" val="2359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4051</TotalTime>
  <Words>294</Words>
  <Application>Microsoft Office PowerPoint</Application>
  <PresentationFormat>Panorámica</PresentationFormat>
  <Paragraphs>25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Gill Sans Nova Light</vt:lpstr>
      <vt:lpstr>Goudy Old Style</vt:lpstr>
      <vt:lpstr>Times New Roman</vt:lpstr>
      <vt:lpstr>Office Theme</vt:lpstr>
      <vt:lpstr>Proyecto Taller de Programación: Grupo 2</vt:lpstr>
      <vt:lpstr>Fuente de información</vt:lpstr>
      <vt:lpstr>Estructura de base de datos</vt:lpstr>
      <vt:lpstr>Propuesta de análisis</vt:lpstr>
      <vt:lpstr>Procesamiento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Martin Alvarez</cp:lastModifiedBy>
  <cp:revision>462</cp:revision>
  <dcterms:created xsi:type="dcterms:W3CDTF">2023-06-12T20:51:31Z</dcterms:created>
  <dcterms:modified xsi:type="dcterms:W3CDTF">2025-10-29T02:30:23Z</dcterms:modified>
</cp:coreProperties>
</file>